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yy!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这是一个测试 PPT - 由 python-pptx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我能做什么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使用 python-pptx 库</a:t>
            </a:r>
          </a:p>
          <a:p>
            <a:pPr lvl="1"/>
            <a:r>
              <a:t>创建精美的 PowerPoint 演示文稿</a:t>
            </a:r>
          </a:p>
          <a:p>
            <a:pPr lvl="1"/>
            <a:r>
              <a:t>支持文本、图片、图表等内容</a:t>
            </a:r>
          </a:p>
          <a:p>
            <a:pPr lvl="1"/>
            <a:r>
              <a:t>可以自定义布局和样式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